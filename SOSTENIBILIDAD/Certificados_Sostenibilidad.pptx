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Certificados de Sostenibilidad en Empresas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Compromiso ambiental, social y de gobernanza (ESG)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¿Qué son los Certificados de Sostenibilidad?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✔ Emitidos por entidades independientes</a:t>
            </a:r>
          </a:p>
          <a:p>
            <a:pPr>
              <a:defRPr sz="2000"/>
            </a:pPr>
            <a:r>
              <a:t>✔ Avalan estándares ambientales, sociales y de gobernanza</a:t>
            </a:r>
          </a:p>
          <a:p>
            <a:pPr>
              <a:defRPr sz="2000"/>
            </a:pPr>
            <a:r>
              <a:t>✔ Reducen impacto ambiental</a:t>
            </a:r>
          </a:p>
          <a:p>
            <a:pPr>
              <a:defRPr sz="2000"/>
            </a:pPr>
            <a:r>
              <a:t>✔ Mejoran reputación y competitividad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Impacto Estratégico</a:t>
            </a:r>
          </a:p>
        </p:txBody>
      </p:sp>
      <p:pic>
        <p:nvPicPr>
          <p:cNvPr id="4" name="Picture 3" descr="grafico_benefic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645920"/>
            <a:ext cx="64008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Tipos de Etiquetas Ecológicas (ISO)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Tipo I – Certificación independiente (ej. EU Ecolabel, Energy Star)</a:t>
            </a:r>
          </a:p>
          <a:p>
            <a:pPr>
              <a:defRPr sz="1800"/>
            </a:pPr>
            <a:r>
              <a:t>Tipo II – Autodeclaraciones del fabricante</a:t>
            </a:r>
          </a:p>
          <a:p>
            <a:pPr>
              <a:defRPr sz="1800"/>
            </a:pPr>
            <a:r>
              <a:t>Tipo III – Declaraciones ambientales de producto (EPD)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Ejemplos Reales de Empresas Certificadas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🌍 IKEA – Certificación FSC en productos de madera</a:t>
            </a:r>
          </a:p>
          <a:p>
            <a:pPr>
              <a:defRPr sz="1800"/>
            </a:pPr>
            <a:r>
              <a:t>🏢 Apple Park – Edificio con certificación LEED</a:t>
            </a:r>
          </a:p>
          <a:p>
            <a:pPr>
              <a:defRPr sz="1800"/>
            </a:pPr>
            <a:r>
              <a:t>🏭 Toyota – ISO 14001 en gestión ambiental</a:t>
            </a:r>
          </a:p>
          <a:p>
            <a:pPr>
              <a:defRPr sz="1800"/>
            </a:pPr>
            <a:r>
              <a:t>🛒 Unilever – ISO 50001 en eficiencia energética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Modelo Residuo Cero – Las 5R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/>
            </a:pPr>
            <a:r>
              <a:t>♻ Rechazar</a:t>
            </a:r>
          </a:p>
          <a:p>
            <a:r>
              <a:t>♻ Reducir</a:t>
            </a:r>
          </a:p>
          <a:p>
            <a:r>
              <a:t>♻ Reutilizar</a:t>
            </a:r>
          </a:p>
          <a:p>
            <a:r>
              <a:t>♻ Reciclar</a:t>
            </a:r>
          </a:p>
          <a:p>
            <a:r>
              <a:t>♻ Rot (Compostar)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