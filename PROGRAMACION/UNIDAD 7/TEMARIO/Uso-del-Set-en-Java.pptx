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</p:embeddedFont>
    <p:embeddedFont>
      <p:font typeface="Open Sans Bold" panose="020B0806030504020204" pitchFamily="34" charset="0"/>
      <p:bold r:id="rId19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678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199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Uso del Set en Java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6892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esta presentación, exploraremos la utilidad y flexibilidad del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Java, un tipo de colección que garantiza la unicidad de sus elementos, ofreciendo ventajas en diversas aplicaciones.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12968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513730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112782"/>
            <a:ext cx="3484602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por Antonio  Martín León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223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Definición y características del Set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 una colección de elementos que no permite duplicados. Los elementos se almacenan en un orden no definido, a menos que se especifique una implementación ordenada.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Características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No permite duplicados. 
• Orden no definido (a menos que se ordene). 
• Soporta operaciones como agregar, eliminar, iterar.</a:t>
            </a:r>
            <a:endParaRPr lang="en-US" sz="17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A62698F-3981-139C-8099-409563646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7334250"/>
            <a:ext cx="205740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3064"/>
            <a:ext cx="62007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Implementaciones del Set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52005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1986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HashSet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2476857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Implementación basada en una tabla hash. Ofrece acceso rápido y una gestión eficiente de elementos.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1752005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1986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EnumSet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2476857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Especializado para trabajar con enumeraciones. Optimizado para eficiencia y uso con tipos de datos enumerados.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5261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LinkedHashSet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47747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Mantiene el orden de inserción de los elementos. Combina la eficiencia de HashSet con el orden de LinkedHashSet.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4752618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TreeSet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477470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Implementación ordenada basada en un árbol binario. Permite la ordenación natural o personalizada de elementos.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177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949" y="3194923"/>
            <a:ext cx="6406634" cy="654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Operaciones básicas en el Set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49" y="4163378"/>
            <a:ext cx="3291126" cy="8376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2261" y="5315069"/>
            <a:ext cx="2617708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Agregar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942261" y="5767864"/>
            <a:ext cx="287250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Agrega un elemento al set. Si el elemento ya existe, no se añade.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074" y="4163378"/>
            <a:ext cx="3291126" cy="8376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33386" y="5315069"/>
            <a:ext cx="2617708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Acceder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4233386" y="5767864"/>
            <a:ext cx="287250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 si un elemento está presente en el set. No permite acceder a elementos por índice.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163378"/>
            <a:ext cx="3291126" cy="8376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24512" y="5315069"/>
            <a:ext cx="2617708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Eliminar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524512" y="5767864"/>
            <a:ext cx="287250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 un elemento del set. Si el elemento no está presente, no se produce ningún efecto.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6326" y="4163378"/>
            <a:ext cx="3291126" cy="83760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15638" y="5315069"/>
            <a:ext cx="2617708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Iterar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815638" y="5767864"/>
            <a:ext cx="2872502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Recorre los elementos del set. El orden de iteración no está definido, a menos que se use una implementación ordenada.</a:t>
            </a:r>
            <a:endParaRPr lang="en-US" sz="16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B8EBEC0-9A8A-2C25-D64B-12446FC834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0" y="7334250"/>
            <a:ext cx="205740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778" y="761881"/>
            <a:ext cx="5281255" cy="660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Aplicaciones del Set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778" y="1738908"/>
            <a:ext cx="528042" cy="5280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5778" y="2478167"/>
            <a:ext cx="2965252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Eliminación de duplicados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25778" y="2934891"/>
            <a:ext cx="3674150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Set es ideal para eliminar duplicados de una colección de datos, asegurando la unicidad de cada elemento.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753" y="1738908"/>
            <a:ext cx="528042" cy="5280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6753" y="2478167"/>
            <a:ext cx="264056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Ordenamiento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16753" y="2934891"/>
            <a:ext cx="3674269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implementaciones como TreeSet, los elementos se ordenan de forma natural o personalizada, facilitando el acceso y la búsqueda.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778" y="4920139"/>
            <a:ext cx="528042" cy="5280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25778" y="5659398"/>
            <a:ext cx="264056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Gestión de permisos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225778" y="6116122"/>
            <a:ext cx="3674150" cy="135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Set es útil para gestionar permisos de usuarios o roles, asegurando que cada usuario tenga acceso a los recursos correspondientes.</a:t>
            </a:r>
            <a:endParaRPr lang="en-US" sz="165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5B7AD45-5452-C01E-1A60-94BE9171CB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0" y="7334250"/>
            <a:ext cx="205740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58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Uso de HashSet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61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Características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4271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Acceso rápido y eficiente. 
• Implementación basada en tablas hash. 
• No mantiene el orden de inserción.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061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Ejemplo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99521" y="3671054"/>
            <a:ext cx="6244709" cy="2517458"/>
          </a:xfrm>
          <a:prstGeom prst="roundRect">
            <a:avLst>
              <a:gd name="adj" fmla="val 3784"/>
            </a:avLst>
          </a:prstGeom>
          <a:solidFill>
            <a:srgbClr val="EBE2E0"/>
          </a:solidFill>
          <a:ln/>
        </p:spPr>
      </p:sp>
      <p:sp>
        <p:nvSpPr>
          <p:cNvPr id="7" name="Shape 5"/>
          <p:cNvSpPr/>
          <p:nvPr/>
        </p:nvSpPr>
        <p:spPr>
          <a:xfrm>
            <a:off x="7588210" y="3671054"/>
            <a:ext cx="6267331" cy="2517458"/>
          </a:xfrm>
          <a:prstGeom prst="roundRect">
            <a:avLst>
              <a:gd name="adj" fmla="val 1352"/>
            </a:avLst>
          </a:prstGeom>
          <a:solidFill>
            <a:srgbClr val="EBE2E0"/>
          </a:solidFill>
          <a:ln/>
        </p:spPr>
      </p:sp>
      <p:sp>
        <p:nvSpPr>
          <p:cNvPr id="8" name="Text 6"/>
          <p:cNvSpPr/>
          <p:nvPr/>
        </p:nvSpPr>
        <p:spPr>
          <a:xfrm>
            <a:off x="7815024" y="3841075"/>
            <a:ext cx="581370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highlight>
                  <a:srgbClr val="EBE2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nombres = new HashSet&lt;&gt;();
nombres.add("Ana");
nombres.add("Pedro");
nombres.add("Ana"); // No se añade
System.out.println(nombres); // [Pedro, Ana]
</a:t>
            </a:r>
            <a:endParaRPr lang="en-US" sz="17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F4C7A5A-6181-A548-369C-E41F8B3BF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7334250"/>
            <a:ext cx="205740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58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Uso de EnumSet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61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Características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4271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Especializado para trabajar con enumeraciones. 
• Optimizado para eficiencia y uso con tipos de datos enumerados. 
• No admite la adición de elementos que no sean de la enumeración.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061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Ejemplo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99521" y="3671054"/>
            <a:ext cx="6244709" cy="2517458"/>
          </a:xfrm>
          <a:prstGeom prst="roundRect">
            <a:avLst>
              <a:gd name="adj" fmla="val 3784"/>
            </a:avLst>
          </a:prstGeom>
          <a:solidFill>
            <a:srgbClr val="EBE2E0"/>
          </a:solidFill>
          <a:ln/>
        </p:spPr>
      </p:sp>
      <p:sp>
        <p:nvSpPr>
          <p:cNvPr id="7" name="Shape 5"/>
          <p:cNvSpPr/>
          <p:nvPr/>
        </p:nvSpPr>
        <p:spPr>
          <a:xfrm>
            <a:off x="7588210" y="3671054"/>
            <a:ext cx="6267331" cy="2517458"/>
          </a:xfrm>
          <a:prstGeom prst="roundRect">
            <a:avLst>
              <a:gd name="adj" fmla="val 1352"/>
            </a:avLst>
          </a:prstGeom>
          <a:solidFill>
            <a:srgbClr val="EBE2E0"/>
          </a:solidFill>
          <a:ln/>
        </p:spPr>
      </p:sp>
      <p:sp>
        <p:nvSpPr>
          <p:cNvPr id="8" name="Text 6"/>
          <p:cNvSpPr/>
          <p:nvPr/>
        </p:nvSpPr>
        <p:spPr>
          <a:xfrm>
            <a:off x="7815024" y="3841075"/>
            <a:ext cx="581370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highlight>
                  <a:srgbClr val="EBE2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 Dias { LUNES, MARTES, MIERCOLES }
Set diasLaborables = EnumSet.of(Dias.LUNES, Dias.MARTES, Dias.MIERCOLES);
System.out.println(diasLaborables); // [LUNES, MARTES, MIERCOLES]
</a:t>
            </a:r>
            <a:endParaRPr lang="en-US" sz="17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5C3C886-34B8-C3CA-55FB-19C4FF870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7334250"/>
            <a:ext cx="205740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43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Uso de LinkedHashSet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801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Características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6126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Mantiene el orden de inserción de los elementos. 
• Combina la eficiencia de HashSet con el orden de LinkedHashSet. 
• Permite un recorrido ordenado de los elementos.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8801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Ejemplo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99521" y="3489603"/>
            <a:ext cx="6244709" cy="2880360"/>
          </a:xfrm>
          <a:prstGeom prst="roundRect">
            <a:avLst>
              <a:gd name="adj" fmla="val 3307"/>
            </a:avLst>
          </a:prstGeom>
          <a:solidFill>
            <a:srgbClr val="EBE2E0"/>
          </a:solidFill>
          <a:ln/>
        </p:spPr>
      </p:sp>
      <p:sp>
        <p:nvSpPr>
          <p:cNvPr id="7" name="Shape 5"/>
          <p:cNvSpPr/>
          <p:nvPr/>
        </p:nvSpPr>
        <p:spPr>
          <a:xfrm>
            <a:off x="7588210" y="3489603"/>
            <a:ext cx="6267331" cy="2880360"/>
          </a:xfrm>
          <a:prstGeom prst="roundRect">
            <a:avLst>
              <a:gd name="adj" fmla="val 1181"/>
            </a:avLst>
          </a:prstGeom>
          <a:solidFill>
            <a:srgbClr val="EBE2E0"/>
          </a:solidFill>
          <a:ln/>
        </p:spPr>
      </p:sp>
      <p:sp>
        <p:nvSpPr>
          <p:cNvPr id="8" name="Text 6"/>
          <p:cNvSpPr/>
          <p:nvPr/>
        </p:nvSpPr>
        <p:spPr>
          <a:xfrm>
            <a:off x="7815024" y="3659624"/>
            <a:ext cx="581370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highlight>
                  <a:srgbClr val="EBE2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ciudades = new LinkedHashSet&lt;&gt;();
ciudades.add("Madrid");
ciudades.add("Barcelona");
ciudades.add("Sevilla");
System.out.println(ciudades); // [Madrid, Barcelona, Sevilla]
</a:t>
            </a:r>
            <a:endParaRPr lang="en-US" sz="17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9BD44D8-DB71-AB7E-A496-AE241CE26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7334250"/>
            <a:ext cx="205740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58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Uso de TreeSet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61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Características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4271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Implementación ordenada basada en un árbol binario. 
• Permite la ordenación natural o personalizada de elementos. 
• Ofrece operaciones de búsqueda y ordenamiento eficientes.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061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Ejemplo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99521" y="3671054"/>
            <a:ext cx="6244709" cy="2517458"/>
          </a:xfrm>
          <a:prstGeom prst="roundRect">
            <a:avLst>
              <a:gd name="adj" fmla="val 3784"/>
            </a:avLst>
          </a:prstGeom>
          <a:solidFill>
            <a:srgbClr val="EBE2E0"/>
          </a:solidFill>
          <a:ln/>
        </p:spPr>
      </p:sp>
      <p:sp>
        <p:nvSpPr>
          <p:cNvPr id="7" name="Shape 5"/>
          <p:cNvSpPr/>
          <p:nvPr/>
        </p:nvSpPr>
        <p:spPr>
          <a:xfrm>
            <a:off x="7588210" y="3671054"/>
            <a:ext cx="6267331" cy="2517458"/>
          </a:xfrm>
          <a:prstGeom prst="roundRect">
            <a:avLst>
              <a:gd name="adj" fmla="val 1352"/>
            </a:avLst>
          </a:prstGeom>
          <a:solidFill>
            <a:srgbClr val="EBE2E0"/>
          </a:solidFill>
          <a:ln/>
        </p:spPr>
      </p:sp>
      <p:sp>
        <p:nvSpPr>
          <p:cNvPr id="8" name="Text 6"/>
          <p:cNvSpPr/>
          <p:nvPr/>
        </p:nvSpPr>
        <p:spPr>
          <a:xfrm>
            <a:off x="7815024" y="3841075"/>
            <a:ext cx="581370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highlight>
                  <a:srgbClr val="EBE2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numeros = new TreeSet&lt;&gt;();
numeros.add(5);
numeros.add(1);
numeros.add(3);
System.out.println(numeros); // [1, 3, 5]
</a:t>
            </a:r>
            <a:endParaRPr lang="en-US" sz="17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4B922D5-7C98-D852-3C96-3E33DAB15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7334250"/>
            <a:ext cx="205740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Conclusión y consideraciones finales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Java es una herramienta fundamental para gestionar colecciones de elementos únicos. Su flexibilidad, eficiencia y diversas implementaciones lo convierten en una opción ideal para diversas aplicaciones, desde la eliminación de duplicados hasta el ordenamiento y la gestión de permisos.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</Words>
  <Application>Microsoft Office PowerPoint</Application>
  <PresentationFormat>Personalizado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Crimson Pro Bold</vt:lpstr>
      <vt:lpstr>Open Sans</vt:lpstr>
      <vt:lpstr>Open Sans Bold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Martín</cp:lastModifiedBy>
  <cp:revision>2</cp:revision>
  <dcterms:created xsi:type="dcterms:W3CDTF">2025-01-21T19:39:32Z</dcterms:created>
  <dcterms:modified xsi:type="dcterms:W3CDTF">2025-01-22T08:48:06Z</dcterms:modified>
</cp:coreProperties>
</file>