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strument Sans Medium" panose="020B0604020202020204" charset="0"/>
      <p:regular r:id="rId13"/>
    </p:embeddedFont>
    <p:embeddedFont>
      <p:font typeface="Instrument Sans Semi Bold" panose="020B0604020202020204" charset="0"/>
      <p:regular r:id="rId14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483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8408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Introducción a las colas en Java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41802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 esta presentación, exploraremos el concepto de colas en Java, una estructura de datos fundamental para gestionar y procesar datos de forma eficiente. Descubriremos las características y métodos clave, así como las implementaciones más comunes.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665470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10" y="5673090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5648563"/>
            <a:ext cx="3279815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por Antonio  Martín León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5842"/>
            <a:ext cx="125783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Definición y características de la interfaz Deque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3824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Deque, o "Double Ended Queue", es una interfaz en Java que define una cola de doble extremo. Permite agregar y eliminar elementos tanto del principio como del final.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346019"/>
            <a:ext cx="35416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Características principales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9271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Acceso bidireccional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693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Estructura LIFO (Last-In, First-Out) en un extremo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8115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Estructura FIFO (First-In, First-Out) en el otro extremo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3460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Beneficios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49271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Flexibilidad en la gestión de elementos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36936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Eficacia para tareas que requieren operaciones en ambos extremos</a:t>
            </a:r>
            <a:endParaRPr lang="en-US" sz="175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200A3FD-C5A2-4191-755F-792DE3D6F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6818" y="7305675"/>
            <a:ext cx="1760840" cy="923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5779" y="759976"/>
            <a:ext cx="7645241" cy="200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Implementaciones comunes de Deque: ArrayDeque y LinkedList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35779" y="3088481"/>
            <a:ext cx="7645241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Java ofrece dos implementaciones principales de la interfaz Deque: ArrayDeque y LinkedList.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235779" y="4014668"/>
            <a:ext cx="3715583" cy="3454837"/>
          </a:xfrm>
          <a:prstGeom prst="roundRect">
            <a:avLst>
              <a:gd name="adj" fmla="val 2603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57474" y="4236363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ArrayDeque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457474" y="4699397"/>
            <a:ext cx="3272195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Basado en una matriz redimensionable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457474" y="5459611"/>
            <a:ext cx="3272195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Eficiente para operaciones en ambos extremos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457474" y="6219825"/>
            <a:ext cx="3272195" cy="102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Puede ser más eficiente en memoria que LinkedList para tamaños pequeños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0165437" y="4014668"/>
            <a:ext cx="3715583" cy="3454837"/>
          </a:xfrm>
          <a:prstGeom prst="roundRect">
            <a:avLst>
              <a:gd name="adj" fmla="val 2603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87132" y="4236363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LinkedList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387132" y="4699397"/>
            <a:ext cx="3272195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Basado en una lista enlazada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0387132" y="5116949"/>
            <a:ext cx="3272195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Flexible para operaciones en ambos extremos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0387132" y="5877163"/>
            <a:ext cx="3272195" cy="102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Más eficiente para tamaños grandes o cambios frecuentes de tamaño</a:t>
            </a:r>
            <a:endParaRPr lang="en-US" sz="165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9728328-FF5D-9758-B9B2-410D1D2F5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6818" y="7597973"/>
            <a:ext cx="1760840" cy="6316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303" y="560427"/>
            <a:ext cx="13203793" cy="1273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Métodos fundamentales de Deque: add, offer, remove, poll, peek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3303" y="2241471"/>
            <a:ext cx="13203793" cy="326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interfaz Deque proporciona métodos para agregar, eliminar y obtener elementos.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03" y="2796778"/>
            <a:ext cx="509468" cy="509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303" y="3509962"/>
            <a:ext cx="254758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13303" y="3950732"/>
            <a:ext cx="3071693" cy="97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Agrega un elemento al final del Deque. Si la cola está llena, lanza una excepción.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630" y="2796778"/>
            <a:ext cx="509468" cy="509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90630" y="3509962"/>
            <a:ext cx="254758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offer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4090630" y="3950732"/>
            <a:ext cx="3071693" cy="97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Agrega un elemento al final del Deque. Si la cola está llena, devuelve false.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7957" y="2796778"/>
            <a:ext cx="509468" cy="5094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67957" y="3509962"/>
            <a:ext cx="254758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remove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7467957" y="3950732"/>
            <a:ext cx="3071693" cy="97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Elimina y devuelve el primer elemento. Si la cola está vacía, lanza una excepción.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5284" y="2796778"/>
            <a:ext cx="509468" cy="5094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45284" y="3509962"/>
            <a:ext cx="254758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poll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10845284" y="3950732"/>
            <a:ext cx="3071813" cy="97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Elimina y devuelve el primer elemento. Si la cola está vacía, devuelve null.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303" y="5540454"/>
            <a:ext cx="509468" cy="5094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3303" y="6253639"/>
            <a:ext cx="254758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peek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713303" y="6694408"/>
            <a:ext cx="3071693" cy="97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Devuelve el primer elemento sin eliminarlo. Si la cola está vacía, devuelve null.</a:t>
            </a:r>
            <a:endParaRPr lang="en-US" sz="16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EF051D6A-628B-9BA3-78DD-377DA532A4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66818" y="7597973"/>
            <a:ext cx="1760840" cy="6316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4200"/>
            <a:ext cx="93517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Añadir elementos a una cola Deque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3660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Los elementos se pueden agregar al principio o al final de un Deque usando los métodos "addFirst" o "addLast" respectivamente.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443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addFirst(elemento)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12552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Agrega el elemento al principio de la cola. Si la cola está llena, lanza una excepción.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45443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addLast(elemento)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512552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Agrega el elemento al final de la cola. Si la cola está llena, lanza una excepción.</a:t>
            </a:r>
            <a:endParaRPr lang="en-US" sz="175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6EFDE01-5017-D80E-F9D2-4DA0B07EE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6818" y="7597973"/>
            <a:ext cx="1760840" cy="6316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4200"/>
            <a:ext cx="101449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Eliminar elementos de una cola Deque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3660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Los elementos se pueden eliminar del principio o del final de un Deque usando los métodos "removeFirst" o "removeLast" respectivamente.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443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removeFirst()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12552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Elimina y devuelve el primer elemento de la cola. Si la cola está vacía, lanza una excepción.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45443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removeLast()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512552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Elimina y devuelve el último elemento de la cola. Si la cola está vacía, lanza una excepción.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3108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Iterar a través de una cola Deque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8880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 puede iterar a través de un Deque usando un bucle for-each, similar a otros tipos de colecciones en Java.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769763"/>
            <a:ext cx="7556421" cy="1428750"/>
          </a:xfrm>
          <a:prstGeom prst="roundRect">
            <a:avLst>
              <a:gd name="adj" fmla="val 6668"/>
            </a:avLst>
          </a:prstGeom>
          <a:solidFill>
            <a:srgbClr val="252528"/>
          </a:solidFill>
          <a:ln/>
        </p:spPr>
      </p:sp>
      <p:sp>
        <p:nvSpPr>
          <p:cNvPr id="6" name="Shape 3"/>
          <p:cNvSpPr/>
          <p:nvPr/>
        </p:nvSpPr>
        <p:spPr>
          <a:xfrm>
            <a:off x="6268879" y="4769763"/>
            <a:ext cx="7579043" cy="1428750"/>
          </a:xfrm>
          <a:prstGeom prst="roundRect">
            <a:avLst>
              <a:gd name="adj" fmla="val 2381"/>
            </a:avLst>
          </a:prstGeom>
          <a:solidFill>
            <a:srgbClr val="252528"/>
          </a:solidFill>
          <a:ln/>
        </p:spPr>
      </p:sp>
      <p:sp>
        <p:nvSpPr>
          <p:cNvPr id="7" name="Text 4"/>
          <p:cNvSpPr/>
          <p:nvPr/>
        </p:nvSpPr>
        <p:spPr>
          <a:xfrm>
            <a:off x="6495693" y="4939784"/>
            <a:ext cx="71254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highlight>
                  <a:srgbClr val="252528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for (Object elemento : deque) {</a:t>
            </a:r>
            <a:endParaRPr lang="en-US" sz="1750" dirty="0"/>
          </a:p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highlight>
                  <a:srgbClr val="252528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// Procesar el elemento</a:t>
            </a:r>
            <a:endParaRPr lang="en-US" sz="1750" dirty="0"/>
          </a:p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highlight>
                  <a:srgbClr val="252528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75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D695FE9-8E36-CD14-143B-DAA65ACB7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6818" y="7597973"/>
            <a:ext cx="1760840" cy="6316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2089" y="410527"/>
            <a:ext cx="696551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650"/>
              </a:lnSpc>
              <a:buNone/>
            </a:pPr>
            <a:r>
              <a:rPr lang="en-US" sz="29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Ventajas y desventajas de utilizar Deque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2089" y="1174909"/>
            <a:ext cx="13586222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Las colas Deque ofrecen ventajas y desventajas que deben considerarse al elegir una estructura de datos.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68" y="1581269"/>
            <a:ext cx="960715" cy="8591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82271" y="1968103"/>
            <a:ext cx="72271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547949" y="1894284"/>
            <a:ext cx="756285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Ventajas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436150" y="2455188"/>
            <a:ext cx="9634895" cy="7620"/>
          </a:xfrm>
          <a:prstGeom prst="roundRect">
            <a:avLst>
              <a:gd name="adj" fmla="val 822253"/>
            </a:avLst>
          </a:prstGeom>
          <a:solidFill>
            <a:srgbClr val="56565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7870" y="2477691"/>
            <a:ext cx="1921431" cy="8591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66555" y="2758083"/>
            <a:ext cx="103942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5028367" y="2626757"/>
            <a:ext cx="1864638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Flexibilidad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028367" y="2949178"/>
            <a:ext cx="2277547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Operaciones en ambos extremos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916567" y="3351609"/>
            <a:ext cx="9154478" cy="7620"/>
          </a:xfrm>
          <a:prstGeom prst="roundRect">
            <a:avLst>
              <a:gd name="adj" fmla="val 822253"/>
            </a:avLst>
          </a:prstGeom>
          <a:solidFill>
            <a:srgbClr val="56565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7453" y="3374112"/>
            <a:ext cx="2882146" cy="85915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64412" y="3654504"/>
            <a:ext cx="107990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5508665" y="3523178"/>
            <a:ext cx="1864638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Eficiencia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5508665" y="3845600"/>
            <a:ext cx="3047524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Operaciones eficientes en tiempo constante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396865" y="4248031"/>
            <a:ext cx="8674179" cy="7620"/>
          </a:xfrm>
          <a:prstGeom prst="roundRect">
            <a:avLst>
              <a:gd name="adj" fmla="val 822253"/>
            </a:avLst>
          </a:prstGeom>
          <a:solidFill>
            <a:srgbClr val="56565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7154" y="4270534"/>
            <a:ext cx="3842861" cy="85915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61078" y="4550926"/>
            <a:ext cx="114776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5989082" y="4419600"/>
            <a:ext cx="1864638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Versatilidad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5989082" y="4742021"/>
            <a:ext cx="2345293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 pueden usar como pilas o colas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877282" y="5144453"/>
            <a:ext cx="8193762" cy="7620"/>
          </a:xfrm>
          <a:prstGeom prst="roundRect">
            <a:avLst>
              <a:gd name="adj" fmla="val 822253"/>
            </a:avLst>
          </a:prstGeom>
          <a:solidFill>
            <a:srgbClr val="56565B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6737" y="5166955"/>
            <a:ext cx="4803696" cy="85915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64412" y="5447348"/>
            <a:ext cx="108347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469499" y="5479971"/>
            <a:ext cx="1068586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Desventajas</a:t>
            </a:r>
            <a:endParaRPr lang="en-US" sz="1450" dirty="0"/>
          </a:p>
        </p:txBody>
      </p:sp>
      <p:sp>
        <p:nvSpPr>
          <p:cNvPr id="26" name="Shape 19"/>
          <p:cNvSpPr/>
          <p:nvPr/>
        </p:nvSpPr>
        <p:spPr>
          <a:xfrm>
            <a:off x="6357699" y="6040874"/>
            <a:ext cx="7713345" cy="7620"/>
          </a:xfrm>
          <a:prstGeom prst="roundRect">
            <a:avLst>
              <a:gd name="adj" fmla="val 822253"/>
            </a:avLst>
          </a:prstGeom>
          <a:solidFill>
            <a:srgbClr val="56565B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320" y="6063377"/>
            <a:ext cx="5764411" cy="85915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861078" y="6343769"/>
            <a:ext cx="114776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6949797" y="6212443"/>
            <a:ext cx="1864638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Complejidad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6949797" y="6534864"/>
            <a:ext cx="2500551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Más compleja que las colas estándar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6837998" y="6937296"/>
            <a:ext cx="7233047" cy="7620"/>
          </a:xfrm>
          <a:prstGeom prst="roundRect">
            <a:avLst>
              <a:gd name="adj" fmla="val 822253"/>
            </a:avLst>
          </a:prstGeom>
          <a:solidFill>
            <a:srgbClr val="56565B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022" y="6959798"/>
            <a:ext cx="6725126" cy="85915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866198" y="7240191"/>
            <a:ext cx="104656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7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7430214" y="7108865"/>
            <a:ext cx="1940838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Consumo de memoria</a:t>
            </a:r>
            <a:endParaRPr lang="en-US" sz="1450" dirty="0"/>
          </a:p>
        </p:txBody>
      </p:sp>
      <p:sp>
        <p:nvSpPr>
          <p:cNvPr id="35" name="Text 26"/>
          <p:cNvSpPr/>
          <p:nvPr/>
        </p:nvSpPr>
        <p:spPr>
          <a:xfrm>
            <a:off x="7430214" y="7431286"/>
            <a:ext cx="3548182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Puede requerir más memoria que las colas estándar</a:t>
            </a:r>
            <a:endParaRPr lang="en-US" sz="1150" dirty="0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5AB4A0C1-950F-526F-9585-A36C5D235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66818" y="7597973"/>
            <a:ext cx="1760840" cy="6316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365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Comparación entre Queue y Deque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79427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interfaz Queue en Java define una cola estándar FIFO. Las colas Deque son más generales, ofreciendo capacidades adicionales.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775234"/>
            <a:ext cx="7556421" cy="3417808"/>
          </a:xfrm>
          <a:prstGeom prst="roundRect">
            <a:avLst>
              <a:gd name="adj" fmla="val 278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1410" y="3782854"/>
            <a:ext cx="7540347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29057" y="3926562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Característica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3546038" y="3926562"/>
            <a:ext cx="20519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Queue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059210" y="3926562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Deque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01410" y="4433173"/>
            <a:ext cx="7540347" cy="13761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29057" y="4576882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Acceso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3546038" y="4576882"/>
            <a:ext cx="205192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Unidireccional (solo salida desde el principio)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059210" y="4576882"/>
            <a:ext cx="205573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Bidireccional (salida desde ambos extremos)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801410" y="5809298"/>
            <a:ext cx="7540347" cy="13761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029057" y="5953006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Uso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3546038" y="5953006"/>
            <a:ext cx="205192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Procesamiento secuencial de datos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059210" y="5953006"/>
            <a:ext cx="20557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Pilas, colas, buffers, etc.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4717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Conclusión y recomendaciones de uso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04893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Las colas Deque ofrecen flexibilidad y versatilidad para una amplia gama de aplicaciones en Java. Se recomienda elegir Deque cuando se requieren operaciones en ambos extremos, como en la gestión de buffers o la implementación de algoritmos específicos. Sin embargo, para tareas simples de procesamiento de datos, Queue puede ser una opción más eficiente.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</Words>
  <Application>Microsoft Office PowerPoint</Application>
  <PresentationFormat>Personalizado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Instrument Sans Medium</vt:lpstr>
      <vt:lpstr>Consolas Medium</vt:lpstr>
      <vt:lpstr>Instrument Sans Semi Bold</vt:lpstr>
      <vt:lpstr>Arial</vt:lpstr>
      <vt:lpstr>Instrument Sans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Antonio Martín</cp:lastModifiedBy>
  <cp:revision>2</cp:revision>
  <dcterms:created xsi:type="dcterms:W3CDTF">2025-01-21T19:37:16Z</dcterms:created>
  <dcterms:modified xsi:type="dcterms:W3CDTF">2025-01-22T08:48:57Z</dcterms:modified>
</cp:coreProperties>
</file>