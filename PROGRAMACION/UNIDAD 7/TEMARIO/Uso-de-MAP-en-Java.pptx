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verpass Light" panose="020B0604020202020204" charset="0"/>
      <p:regular r:id="rId1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32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01434"/>
            <a:ext cx="6413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Uso de MAP en Java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5037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 esta presentación, exploraremos el uso de la estructura de datos MAP en Java, una herramienta esencial para el desarrollo de aplicaciones.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94823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495585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4931331"/>
            <a:ext cx="320492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por Antonio  Martín León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¿Qué es MAP?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79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Estructura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 MAP es una colección de pares clave-valor, donde cada clave es única y está asociada a un valor.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Organización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Permite acceder a los valores de forma eficiente mediante la clave correspondiente.</a:t>
            </a:r>
            <a:endParaRPr lang="en-US" sz="1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236B3F8-57D2-F5DA-0EF9-F9B4BC7D1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0" y="7784065"/>
            <a:ext cx="194310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97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Principales características de MAP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25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3567589"/>
            <a:ext cx="13275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82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Claves únicas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72997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Cada clave en un MAP debe ser única, asegurando que no haya duplicados.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825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4414" y="3567589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82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Acceso eficiente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72997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Permite obtener valores rápidamente utilizando las claves como referencia.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9879" y="5628680"/>
            <a:ext cx="2181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3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Valores flexibles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408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Los valores asociados a las claves pueden ser de cualquier tipo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0320"/>
            <a:ext cx="68859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Tipos de MAP en Java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HashMap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Implementación basada en tablas hash, ideal para búsquedas rápidas.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TreeMap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Estructura de árbol de búsqueda binaria, mantiene los elementos ordenados por clave.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168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LinkedHashMap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6589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Preserva el orden de inserción de los elementos, útil para mantener el orden de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10765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Creación e inicialización de un 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Declaración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 utiliza la clase Map y el tipo de MAP deseado, por ejemplo, HashMap.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Inicialización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 pueden añadir pares clave-valor utilizando el método put() o un constructor con datos predefinidos.</a:t>
            </a:r>
            <a:endParaRPr lang="en-US" sz="17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DD07A6-6F20-DB09-FCA3-DFEE53A4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0" y="7784065"/>
            <a:ext cx="194310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5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Operaciones básicas con MAP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6434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Agregar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92763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El método put() añade un nuevo par clave-valor.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26434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Obtener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39276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El método get() devuelve el valor asociado a una clave.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3388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Eliminar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80190" y="6618089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El método remove() elimina el par clave-valor asociado a una clave.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8421" y="533388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8421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Verificar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228421" y="6618089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El método containsKey() verifica si una clave existe.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FA1A17F-4F47-E8ED-305D-1BD659F29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7300" y="7784065"/>
            <a:ext cx="194310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580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Iteración a través de los elementos de un MAP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2443520"/>
            <a:ext cx="30480" cy="5100280"/>
          </a:xfrm>
          <a:prstGeom prst="roundRect">
            <a:avLst>
              <a:gd name="adj" fmla="val 312558"/>
            </a:avLst>
          </a:prstGeom>
          <a:solidFill>
            <a:srgbClr val="C3D4CC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938582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3D4CC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698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7514" y="2783681"/>
            <a:ext cx="13275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670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keySet()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3160752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Devuelve un conjunto de claves que se puede iterar.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472345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3D4CC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2324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7748" y="4317444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entrySet()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694515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Devuelve un conjunto de entradas (pares clave-valor) para iterar.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36901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3D4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61290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890" y="6214110"/>
            <a:ext cx="2181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610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forEach()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59118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Iteración mediante una expresión lambda para recorrer las entradas.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13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Ordenamiento de los elementos en un MAP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79088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4059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TreeMap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896320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Mantiene los elementos ordenados por clave de forma natural o según un comparador personalizado.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93600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SortedList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71083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 puede crear una lista ordenada a partir del conjunto de entradas del mapa.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60308"/>
            <a:ext cx="10820281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Ventajas y desventajas del uso de MAP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44" y="1603296"/>
            <a:ext cx="1307306" cy="1172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3948" y="2131338"/>
            <a:ext cx="99298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870728" y="2030492"/>
            <a:ext cx="121693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Ventajas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18090" y="2791658"/>
            <a:ext cx="9149239" cy="11430"/>
          </a:xfrm>
          <a:prstGeom prst="roundRect">
            <a:avLst>
              <a:gd name="adj" fmla="val 747870"/>
            </a:avLst>
          </a:prstGeom>
          <a:solidFill>
            <a:srgbClr val="C3D4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291" y="2826663"/>
            <a:ext cx="2614732" cy="11725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4182" y="3209330"/>
            <a:ext cx="158710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524500" y="3030141"/>
            <a:ext cx="254400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Acceso rápido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524500" y="3470196"/>
            <a:ext cx="379428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Búsquedas eficientes utilizando las claves.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371862" y="4015026"/>
            <a:ext cx="8495467" cy="11430"/>
          </a:xfrm>
          <a:prstGeom prst="roundRect">
            <a:avLst>
              <a:gd name="adj" fmla="val 747870"/>
            </a:avLst>
          </a:prstGeom>
          <a:solidFill>
            <a:srgbClr val="C3D4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518" y="4050030"/>
            <a:ext cx="3922157" cy="11725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2039" y="4432697"/>
            <a:ext cx="163116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178153" y="4253508"/>
            <a:ext cx="254400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Flexibilidad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178153" y="4693563"/>
            <a:ext cx="316230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Soporta diferentes tipos de valores.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25515" y="5238393"/>
            <a:ext cx="7841813" cy="11430"/>
          </a:xfrm>
          <a:prstGeom prst="roundRect">
            <a:avLst>
              <a:gd name="adj" fmla="val 747870"/>
            </a:avLst>
          </a:prstGeom>
          <a:solidFill>
            <a:srgbClr val="C3D4C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865" y="5273397"/>
            <a:ext cx="5229463" cy="11725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23109" y="5656064"/>
            <a:ext cx="180856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831806" y="5476875"/>
            <a:ext cx="254400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Estructura clara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831806" y="5916930"/>
            <a:ext cx="418707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Organiza datos relacionados de manera lógica.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679168" y="6461760"/>
            <a:ext cx="7188160" cy="11430"/>
          </a:xfrm>
          <a:prstGeom prst="roundRect">
            <a:avLst>
              <a:gd name="adj" fmla="val 747870"/>
            </a:avLst>
          </a:prstGeom>
          <a:solidFill>
            <a:srgbClr val="C3D4C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12" y="6496764"/>
            <a:ext cx="6536888" cy="11725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26443" y="6879431"/>
            <a:ext cx="174308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485578" y="6923961"/>
            <a:ext cx="172485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Desventajas</a:t>
            </a:r>
            <a:endParaRPr lang="en-US" sz="20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54C93AF-AC4A-4CBC-6959-952E7A0424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7300" y="7784065"/>
            <a:ext cx="194310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374"/>
            <a:ext cx="107000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Casos de uso y ejemplos prácticos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40781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67501"/>
            <a:ext cx="1106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667595"/>
            <a:ext cx="41527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Almacenamiento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158014"/>
            <a:ext cx="48558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Guardando información de usuarios o productos.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732490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C3D4CC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861078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4287798"/>
            <a:ext cx="17692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087892"/>
            <a:ext cx="3868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Creación de diccionarios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578310"/>
            <a:ext cx="41584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Asociando palabras con sus traducciones.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152787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C3D4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281374"/>
            <a:ext cx="6521410" cy="1669852"/>
          </a:xfrm>
          <a:prstGeom prst="roundRect">
            <a:avLst>
              <a:gd name="adj" fmla="val 570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889546"/>
            <a:ext cx="18168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508188"/>
            <a:ext cx="4109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Implementación de caché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5998607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Almacenando datos temporalmente para mejorar el rendimiento.</a:t>
            </a:r>
            <a:endParaRPr lang="en-US" sz="17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CDEFACB-CB54-8895-277A-D351C156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0" y="7784065"/>
            <a:ext cx="1943100" cy="409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Personalizado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Overpass Bold</vt:lpstr>
      <vt:lpstr>Arial</vt:lpstr>
      <vt:lpstr>Syne Bold</vt:lpstr>
      <vt:lpstr>Overpass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Martín</cp:lastModifiedBy>
  <cp:revision>2</cp:revision>
  <dcterms:created xsi:type="dcterms:W3CDTF">2025-01-21T19:38:51Z</dcterms:created>
  <dcterms:modified xsi:type="dcterms:W3CDTF">2025-01-22T08:49:51Z</dcterms:modified>
</cp:coreProperties>
</file>