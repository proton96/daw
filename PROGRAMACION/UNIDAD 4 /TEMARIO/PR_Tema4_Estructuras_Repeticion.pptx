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8" r:id="rId1"/>
  </p:sldMasterIdLst>
  <p:sldIdLst>
    <p:sldId id="259" r:id="rId2"/>
    <p:sldId id="256" r:id="rId3"/>
    <p:sldId id="260" r:id="rId4"/>
    <p:sldId id="268" r:id="rId5"/>
    <p:sldId id="277" r:id="rId6"/>
    <p:sldId id="282" r:id="rId7"/>
    <p:sldId id="283" r:id="rId8"/>
    <p:sldId id="278" r:id="rId9"/>
    <p:sldId id="279" r:id="rId10"/>
    <p:sldId id="280" r:id="rId11"/>
    <p:sldId id="281" r:id="rId12"/>
    <p:sldId id="269" r:id="rId13"/>
    <p:sldId id="261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8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40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607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61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11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49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54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31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86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726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00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51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604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54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73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C1C62-08A4-443F-AC64-685D79752C98}" type="datetimeFigureOut">
              <a:rPr lang="es-ES" smtClean="0"/>
              <a:t>11/09/2024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BC024F-BE96-48C6-B9E9-93B12A4B5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79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2" y="4141004"/>
            <a:ext cx="8915399" cy="1929688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dirty="0">
                <a:latin typeface="Helvetica LT Std Light" panose="020B0403020202020204" pitchFamily="34" charset="0"/>
              </a:rPr>
              <a:t/>
            </a: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dirty="0">
                <a:latin typeface="Helvetica LT Std Light" panose="020B0403020202020204" pitchFamily="34" charset="0"/>
              </a:rPr>
              <a:t/>
            </a: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Desarrollo de Aplicaciones Web y Multiplataforma:</a:t>
            </a:r>
            <a:b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Programación</a:t>
            </a:r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endParaRPr lang="es-ES" dirty="0">
              <a:latin typeface="Helvetica LT Std Light" panose="020B0403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3" y="5927000"/>
            <a:ext cx="8915399" cy="1126283"/>
          </a:xfrm>
        </p:spPr>
        <p:txBody>
          <a:bodyPr/>
          <a:lstStyle/>
          <a:p>
            <a:r>
              <a:rPr lang="es-ES" b="1" dirty="0" smtClean="0"/>
              <a:t>DOCENTE: Daniel López Lozano</a:t>
            </a:r>
          </a:p>
        </p:txBody>
      </p:sp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305" y="5458153"/>
            <a:ext cx="1571567" cy="93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447" y="204029"/>
            <a:ext cx="34004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7506" y="3431304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latin typeface="Helvetica LT Std Light" panose="020B0403020202020204" pitchFamily="34" charset="0"/>
              </a:rPr>
              <a:t/>
            </a:r>
            <a:br>
              <a:rPr lang="es-ES" dirty="0" smtClean="0">
                <a:latin typeface="Helvetica LT Std Light" panose="020B0403020202020204" pitchFamily="34" charset="0"/>
              </a:rPr>
            </a:br>
            <a:r>
              <a:rPr lang="es-ES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Tema 2.</a:t>
            </a: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b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Control</a:t>
            </a:r>
            <a:endParaRPr lang="es-ES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4" name="Picture 2" descr="Resultado de imagen de estructuras de contr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627" y="728410"/>
            <a:ext cx="5395156" cy="2989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02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 smtClean="0">
                <a:latin typeface="Helvetica LT Std Light" panose="020B0403020202020204" pitchFamily="34" charset="0"/>
              </a:rPr>
              <a:t>Índice de contenidos</a:t>
            </a:r>
            <a:endParaRPr lang="es-ES" sz="4400" b="1" dirty="0">
              <a:latin typeface="Helvetica LT Std Light" panose="020B0403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564" y="1317811"/>
            <a:ext cx="10932459" cy="5540189"/>
          </a:xfrm>
        </p:spPr>
        <p:txBody>
          <a:bodyPr wrap="none">
            <a:normAutofit/>
          </a:bodyPr>
          <a:lstStyle/>
          <a:p>
            <a:pPr indent="-540000">
              <a:buSzPct val="68000"/>
              <a:buFont typeface="Wingdings" panose="05000000000000000000" pitchFamily="2" charset="2"/>
              <a:buChar char="q"/>
            </a:pP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repetición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Bucle </a:t>
            </a:r>
            <a:r>
              <a:rPr lang="es-ES" sz="28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endParaRPr lang="es-ES" sz="280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Bucle 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while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Bucle do-while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/>
          </a:p>
        </p:txBody>
      </p:sp>
    </p:spTree>
    <p:extLst>
      <p:ext uri="{BB962C8B-B14F-4D97-AF65-F5344CB8AC3E}">
        <p14:creationId xmlns:p14="http://schemas.microsoft.com/office/powerpoint/2010/main" val="42670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repetición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Las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estructuras de repetición o bucles nos van a permitir ejecutar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bloque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de código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cero, una o más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veces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 Existen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tres tipos de bucles: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Bucle </a:t>
            </a: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Permite ejecutar un bloque de código un número fijo y conocido de veces.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Bucle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w</a:t>
            </a: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hile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Permite ejecutar un bloque de código 0 o más veces.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Bucle do-while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Permite ejecutar un bloque de código 1 o más veces</a:t>
            </a:r>
            <a:r>
              <a:rPr lang="es-ES" sz="28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  <a:endParaRPr lang="es-ES" sz="28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48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4109" y="51482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Bucle </a:t>
            </a:r>
            <a:r>
              <a:rPr lang="es-ES" sz="3200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permite ejecutar un bloque de código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número fijo y conocido de veces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Ese número fijo de veces se establece mediante un condición de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&lt;= ó =&gt;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757" y="3344091"/>
            <a:ext cx="8565161" cy="1529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09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3" y="120481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Esquemas 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endParaRPr lang="es-ES" sz="4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6" name="Picture 4" descr="GrÃ¡fico diagrama bucle wh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23" y="1205553"/>
            <a:ext cx="4326865" cy="33700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intaxis parametros f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755" y="4998681"/>
            <a:ext cx="5181600" cy="1323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02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3" y="120481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 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endParaRPr lang="es-ES" sz="4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841" y="1187128"/>
            <a:ext cx="5559430" cy="1353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415" y="2890575"/>
            <a:ext cx="9150282" cy="3287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915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4108" y="299676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 el bucle </a:t>
            </a:r>
            <a:r>
              <a:rPr lang="es-ES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for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podemos repetir una tarea un número fijo de veces. </a:t>
            </a: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bucle while permite crear bucles que se ejecutan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cero o más veces de manera indefinida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1026" name="Picture 2" descr="GrÃ¡fico diagrama bucle f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037" y="3069770"/>
            <a:ext cx="5438775" cy="3171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35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 while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9" y="1506421"/>
            <a:ext cx="5370490" cy="18896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810" y="1506421"/>
            <a:ext cx="5771495" cy="1865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159" y="3857519"/>
            <a:ext cx="7534795" cy="2202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779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4108" y="247425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El bucle do-while es una variante del bucle while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que se ejecuta siempre al menos una vez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Permite escribir de manera más clara en ciertas situaciones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58" y="2815542"/>
            <a:ext cx="3393758" cy="3080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75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7684" y="290869"/>
            <a:ext cx="11077746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 do-</a:t>
            </a:r>
            <a:r>
              <a:rPr lang="es-ES" sz="4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while</a:t>
            </a: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8" y="1555534"/>
            <a:ext cx="5192948" cy="185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93" y="3850783"/>
            <a:ext cx="7698128" cy="2248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718" y="1794855"/>
            <a:ext cx="5992850" cy="1223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317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Realmente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los 3 bucles son equivalentes 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y existe una teoría unificada que afirma que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cualquier algoritmo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se puede programar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usando solo el bucle while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Existen situaciones donde usar un bucle 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 más natural que usar otro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, quedando en general un código más legible.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Algo parecido a los que nos sucede con </a:t>
            </a:r>
            <a:r>
              <a:rPr lang="es-ES" sz="32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r>
              <a:rPr lang="es-ES" sz="32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y switch</a:t>
            </a:r>
            <a:r>
              <a:rPr lang="es-ES" sz="32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 smtClean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9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 smtClean="0">
                <a:solidFill>
                  <a:schemeClr val="tx1"/>
                </a:solidFill>
                <a:latin typeface="Helvetica LT Std Light" panose="020B0403020202020204" pitchFamily="34" charset="0"/>
                <a:cs typeface="Helvetica" panose="020B0604020202020204" pitchFamily="34" charset="0"/>
              </a:rPr>
              <a:t>Bibliografía</a:t>
            </a:r>
            <a:endParaRPr lang="es-ES" sz="4400" b="1" dirty="0">
              <a:solidFill>
                <a:schemeClr val="tx1"/>
              </a:solidFill>
              <a:latin typeface="Helvetica LT Std Light" panose="020B0403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5369" y="912863"/>
            <a:ext cx="11353042" cy="5670817"/>
          </a:xfrm>
        </p:spPr>
        <p:txBody>
          <a:bodyPr wrap="square" numCol="2">
            <a:noAutofit/>
          </a:bodyPr>
          <a:lstStyle/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García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Jalón, j.: “Aprende Java como si estuvieras en primero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”.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TECNUN. 2000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err="1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Holzner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S.: “La biblia de JAVA 2”.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Anaya Multimedia 2000.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Moreno Pérez, J.C.: “C.F.G.S Entornos de desarrollo” 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RA-MA. 2012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Wikipedia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la enciclopedia libre.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es.wikipedia.org/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2018.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López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J.C.: “Curso de JAVA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www.cursodejava.com.mx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2018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Documentación oficial Java JSE 8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http://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docs.oracle.com/javase/8/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</a:t>
            </a:r>
            <a:r>
              <a:rPr lang="es-ES" sz="2400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Octubre 2015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 smtClean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Programación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castellano: 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Java.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http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://</a:t>
            </a: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www.programacion.net/java</a:t>
            </a:r>
            <a:b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 smtClean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visita: Octubre 2015.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 smtClean="0"/>
          </a:p>
        </p:txBody>
      </p:sp>
    </p:spTree>
    <p:extLst>
      <p:ext uri="{BB962C8B-B14F-4D97-AF65-F5344CB8AC3E}">
        <p14:creationId xmlns:p14="http://schemas.microsoft.com/office/powerpoint/2010/main" val="160112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815</TotalTime>
  <Words>265</Words>
  <Application>Microsoft Office PowerPoint</Application>
  <PresentationFormat>Panorámica</PresentationFormat>
  <Paragraphs>74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Century Gothic</vt:lpstr>
      <vt:lpstr>Helvetica</vt:lpstr>
      <vt:lpstr>Helvetica LT Std Light</vt:lpstr>
      <vt:lpstr>Wingdings</vt:lpstr>
      <vt:lpstr>Wingdings 3</vt:lpstr>
      <vt:lpstr>Espiral</vt:lpstr>
      <vt:lpstr>    Desarrollo de Aplicaciones Web y Multiplataforma: Programación </vt:lpstr>
      <vt:lpstr> Tema 2.  Estructuras de Control</vt:lpstr>
      <vt:lpstr>Índice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Web y Multiplataforma: Programación</dc:title>
  <dc:creator>Usuario de Windows</dc:creator>
  <cp:lastModifiedBy>Daniel</cp:lastModifiedBy>
  <cp:revision>117</cp:revision>
  <dcterms:created xsi:type="dcterms:W3CDTF">2018-07-23T20:39:52Z</dcterms:created>
  <dcterms:modified xsi:type="dcterms:W3CDTF">2024-09-11T20:57:42Z</dcterms:modified>
</cp:coreProperties>
</file>